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5E3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854A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EU-FarmBook Content for Search &amp; Discovery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45720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Data Prep 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takes all the knowledge objects in EU-FarmBook and makes them searchable.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downloads every item, reads and understands the content (documents, audio, video, web pages), then uses AI to create high-quality summaries and metadata.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B5E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26080"/>
            <a:ext cx="320040" cy="32004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9260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items from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organise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into a snapshot.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17520" y="384048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83280" y="28346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2926080"/>
            <a:ext cx="320040" cy="32004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260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Understand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52044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from documents,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audio &amp; video,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images with AI vision.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43600" y="384048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309360" y="283464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0" y="2926080"/>
            <a:ext cx="320040" cy="32004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2608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Improvement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46520" y="3749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summaries,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metadata,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generates keywords.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Download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and organising all content from the EU-FarmBook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D24"/>
          </a:solidFill>
          <a:ln w="6350">
            <a:solidFill>
              <a:srgbClr val="1B5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417320"/>
            <a:ext cx="594360" cy="594360"/>
          </a:xfrm>
          <a:prstGeom prst="oval">
            <a:avLst/>
          </a:prstGeom>
          <a:solidFill>
            <a:srgbClr val="1B5E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5270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Everything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EU-FarmBook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downloads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knowledge objects.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14600" y="1280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D24"/>
          </a:solidFill>
          <a:ln w="6350">
            <a:solidFill>
              <a:srgbClr val="1B5E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4680" y="1417320"/>
            <a:ext cx="594360" cy="594360"/>
          </a:xfrm>
          <a:prstGeom prst="oval">
            <a:avLst/>
          </a:prstGeom>
          <a:solidFill>
            <a:srgbClr val="1B5E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5270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Organise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0604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Standardises all the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consistent format,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dates and fields.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09160" y="1280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D24"/>
          </a:solidFill>
          <a:ln w="6350">
            <a:solidFill>
              <a:srgbClr val="1B5E3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49240" y="1417320"/>
            <a:ext cx="594360" cy="594360"/>
          </a:xfrm>
          <a:prstGeom prst="oval">
            <a:avLst/>
          </a:prstGeom>
          <a:solidFill>
            <a:srgbClr val="1B5E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5270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060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items that 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or structurally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unusable.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903720" y="12801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31D24"/>
          </a:solidFill>
          <a:ln w="6350">
            <a:solidFill>
              <a:srgbClr val="1B5E3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43800" y="1417320"/>
            <a:ext cx="594360" cy="594360"/>
          </a:xfrm>
          <a:prstGeom prst="oval">
            <a:avLst/>
          </a:prstGeom>
          <a:solidFill>
            <a:srgbClr val="1B5E3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52704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Changes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95160" y="2423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with the previous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 identify what's new,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updated, or removed.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65760" y="365760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131D24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Change Detection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gets a unique fingerprint. If nothing has changed since the last run, the system reuses the previous result instead of redoing the work. This saves time and computing resources on every run.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Read &amp; Understand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content types need different reading strategies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Images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331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Word files, images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read with AI vision.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PDFs are processed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by section.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14600" y="1234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71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06040" y="2331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extracted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pages. If the page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images or PDFs,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are read too.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716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00600" y="2331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is transcribed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automatically. Long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are checked for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limits.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903720" y="1234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0EA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3716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995160" y="2331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Twitter/X 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supported platforms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specialised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services.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65760" y="37490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0B121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4048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38221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Fallbacks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method doesn't work for a page, the system automatically tries alternatives. For example, if text extraction fails on a webpage, AI vision will attempt to read any images or embedded PDFs found on the page.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AI Improvement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31D24"/>
          </a:solidFill>
          <a:ln w="6350">
            <a:solidFill>
              <a:srgbClr val="4F46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from documents,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transcripts, web pages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4572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91840" y="10972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1887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3832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everything,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summary,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metadata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52160" y="1828800"/>
            <a:ext cx="4572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400800" y="10972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2285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Search-Ready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summaries,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metadata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28346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31D24"/>
          </a:solidFill>
          <a:ln w="6350">
            <a:solidFill>
              <a:srgbClr val="22854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Over Brevity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48640" y="3291840"/>
            <a:ext cx="36576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prioritises accuracy over making things short. Summaries should be faithful to the original content and preserve important details like names, topics, and key findings. A longer accurate summary is better than a short one that loses important information.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663440" y="283464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131D24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9260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663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PDF Handling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846320" y="3291840"/>
            <a:ext cx="38404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PDFs that were already summarised by the vision AI in Stage 2, the AI does a light polish instead of re-summarising from scratch. This preserves the quality of the visual analysis while still improving readability.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Reliability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5156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1B5E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188720"/>
            <a:ext cx="594360" cy="594360"/>
          </a:xfrm>
          <a:prstGeom prst="oval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2984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Saved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processing each item,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saved. If the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interrupted, it picks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where it left off.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14600" y="105156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188720"/>
            <a:ext cx="594360" cy="594360"/>
          </a:xfrm>
          <a:prstGeom prst="oval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9844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gets a fingerprint.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changed since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time, it's reused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wasted computation.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105156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49240" y="1188720"/>
            <a:ext cx="594360" cy="594360"/>
          </a:xfrm>
          <a:prstGeom prst="oval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2984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0060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external service 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unavailable,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retries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wait times.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03720" y="105156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43800" y="1188720"/>
            <a:ext cx="594360" cy="594360"/>
          </a:xfrm>
          <a:prstGeom prst="oval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29844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95160" y="23317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jobs can be stopped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safely. The system finishes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current item before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— no data loss.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B1215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failure in one item never stops the entire pipeline — every other item continues processing normally.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 &amp; Infrastructure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31D24"/>
          </a:solidFill>
          <a:ln w="12700">
            <a:solidFill>
              <a:srgbClr val="1B5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097280"/>
            <a:ext cx="594360" cy="594360"/>
          </a:xfrm>
          <a:prstGeom prst="oval">
            <a:avLst/>
          </a:prstGeom>
          <a:solidFill>
            <a:srgbClr val="1B5E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2070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EU-FarmBook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objects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31D2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60520" y="1097280"/>
            <a:ext cx="594360" cy="59436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2070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4612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9601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31D24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0880" y="1097280"/>
            <a:ext cx="594360" cy="594360"/>
          </a:xfrm>
          <a:prstGeom prst="oval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2070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2648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speech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text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65760" y="29260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31D2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280160" y="3063240"/>
            <a:ext cx="594360" cy="594360"/>
          </a:xfrm>
          <a:prstGeom prst="oval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888" y="31729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5760" y="3703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(GPU)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65760" y="4114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images,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visually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31D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160520" y="3063240"/>
            <a:ext cx="594360" cy="594360"/>
          </a:xfrm>
          <a:prstGeom prst="oval">
            <a:avLst/>
          </a:prstGeom>
          <a:solidFill>
            <a:srgbClr val="0EA5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17296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46120" y="3703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Language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(GPU)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46120" y="4114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content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31D24"/>
          </a:solidFill>
          <a:ln w="12700">
            <a:solidFill>
              <a:srgbClr val="2A3F5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040880" y="3063240"/>
            <a:ext cx="594360" cy="594360"/>
          </a:xfrm>
          <a:prstGeom prst="oval">
            <a:avLst/>
          </a:prstGeom>
          <a:solidFill>
            <a:srgbClr val="2A3F5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317296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26480" y="3703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26480" y="4114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containers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server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0" y="4800600"/>
            <a:ext cx="9144000" cy="45720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 OpenSearch – How It Works</dc:title>
  <dc:subject>PptxGenJS Presentation</dc:subject>
  <dc:creator>PptxGenJS</dc:creator>
  <cp:lastModifiedBy>PptxGenJS</cp:lastModifiedBy>
  <cp:revision>1</cp:revision>
  <dcterms:created xsi:type="dcterms:W3CDTF">2026-03-28T06:37:58Z</dcterms:created>
  <dcterms:modified xsi:type="dcterms:W3CDTF">2026-03-28T06:37:58Z</dcterms:modified>
</cp:coreProperties>
</file>