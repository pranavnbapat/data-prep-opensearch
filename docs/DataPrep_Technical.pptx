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B5E3B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854A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64592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058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 OpenSearch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19202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EU-FarmBook ETL Pipeline for Knowledge Object Processing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0" y="4800600"/>
            <a:ext cx="9144000" cy="45720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2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Three-Stage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777240"/>
            <a:ext cx="13716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5156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1B5E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Downloader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&amp; normalize KOs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backend API.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working snapshot.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invalid records.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71800" y="2331720"/>
            <a:ext cx="3200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91840" y="105156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1887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91840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Enricher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429000" y="2148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text, transcribe,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fallback.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ko_content_flat.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forward unchanged.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897880" y="2331720"/>
            <a:ext cx="32004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217920" y="105156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1887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6355080" y="214884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summarisation.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improvement.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diagnostics.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polish for PDFs.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65760" y="384048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0B1215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39136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Artifacts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4251960"/>
            <a:ext cx="2606040" cy="219456"/>
          </a:xfrm>
          <a:prstGeom prst="roundRect">
            <a:avLst>
              <a:gd name="adj" fmla="val 12500"/>
            </a:avLst>
          </a:prstGeom>
          <a:solidFill>
            <a:srgbClr val="1E2D3A"/>
          </a:solidFill>
          <a:ln/>
        </p:spPr>
      </p:sp>
      <p:sp>
        <p:nvSpPr>
          <p:cNvPr id="21" name="Text 16"/>
          <p:cNvSpPr/>
          <p:nvPr/>
        </p:nvSpPr>
        <p:spPr>
          <a:xfrm>
            <a:off x="548640" y="4251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final_output_&lt;run_id&gt;.json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337560" y="4251960"/>
            <a:ext cx="2606040" cy="219456"/>
          </a:xfrm>
          <a:prstGeom prst="roundRect">
            <a:avLst>
              <a:gd name="adj" fmla="val 12500"/>
            </a:avLst>
          </a:prstGeom>
          <a:solidFill>
            <a:srgbClr val="1E2D3A"/>
          </a:solidFill>
          <a:ln/>
        </p:spPr>
      </p:sp>
      <p:sp>
        <p:nvSpPr>
          <p:cNvPr id="23" name="Text 18"/>
          <p:cNvSpPr/>
          <p:nvPr/>
        </p:nvSpPr>
        <p:spPr>
          <a:xfrm>
            <a:off x="3337560" y="4251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final_enriched_&lt;run_id&gt;.json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6126480" y="4251960"/>
            <a:ext cx="2606040" cy="219456"/>
          </a:xfrm>
          <a:prstGeom prst="roundRect">
            <a:avLst>
              <a:gd name="adj" fmla="val 12500"/>
            </a:avLst>
          </a:prstGeom>
          <a:solidFill>
            <a:srgbClr val="1E2D3A"/>
          </a:solidFill>
          <a:ln/>
        </p:spPr>
      </p:sp>
      <p:sp>
        <p:nvSpPr>
          <p:cNvPr id="25" name="Text 20"/>
          <p:cNvSpPr/>
          <p:nvPr/>
        </p:nvSpPr>
        <p:spPr>
          <a:xfrm>
            <a:off x="6126480" y="4251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final_improved_&lt;run_id&gt;.json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548640" y="4544568"/>
            <a:ext cx="2606040" cy="219456"/>
          </a:xfrm>
          <a:prstGeom prst="roundRect">
            <a:avLst>
              <a:gd name="adj" fmla="val 12500"/>
            </a:avLst>
          </a:prstGeom>
          <a:solidFill>
            <a:srgbClr val="1E2D3A"/>
          </a:solidFill>
          <a:ln/>
        </p:spPr>
      </p:sp>
      <p:sp>
        <p:nvSpPr>
          <p:cNvPr id="27" name="Text 22"/>
          <p:cNvSpPr/>
          <p:nvPr/>
        </p:nvSpPr>
        <p:spPr>
          <a:xfrm>
            <a:off x="548640" y="45445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final_report_&lt;run_id&gt;.json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337560" y="4544568"/>
            <a:ext cx="2606040" cy="219456"/>
          </a:xfrm>
          <a:prstGeom prst="roundRect">
            <a:avLst>
              <a:gd name="adj" fmla="val 12500"/>
            </a:avLst>
          </a:prstGeom>
          <a:solidFill>
            <a:srgbClr val="1E2D3A"/>
          </a:solidFill>
          <a:ln/>
        </p:spPr>
      </p:sp>
      <p:sp>
        <p:nvSpPr>
          <p:cNvPr id="29" name="Text 24"/>
          <p:cNvSpPr/>
          <p:nvPr/>
        </p:nvSpPr>
        <p:spPr>
          <a:xfrm>
            <a:off x="3337560" y="45445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dropped_kos.json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6126480" y="4544568"/>
            <a:ext cx="2606040" cy="219456"/>
          </a:xfrm>
          <a:prstGeom prst="roundRect">
            <a:avLst>
              <a:gd name="adj" fmla="val 12500"/>
            </a:avLst>
          </a:prstGeom>
          <a:solidFill>
            <a:srgbClr val="1E2D3A"/>
          </a:solidFill>
          <a:ln/>
        </p:spPr>
      </p:sp>
      <p:sp>
        <p:nvSpPr>
          <p:cNvPr id="31" name="Text 26"/>
          <p:cNvSpPr/>
          <p:nvPr/>
        </p:nvSpPr>
        <p:spPr>
          <a:xfrm>
            <a:off x="6126480" y="45445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latest_*.json pointers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Downloader Stage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64592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Source-of-truth ingestion — fetch, normalise, validate, snapshot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1B5E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261872"/>
            <a:ext cx="256032" cy="256032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paginated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metadata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4114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46120" y="118872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1B5E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261872"/>
            <a:ext cx="256032" cy="256032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fields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15000" y="1600200"/>
            <a:ext cx="4114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118872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1261872"/>
            <a:ext cx="256032" cy="256032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199632" y="1261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fields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56032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2633472"/>
            <a:ext cx="256032" cy="256032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34640" y="2971800"/>
            <a:ext cx="4114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246120" y="256032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19272" y="2633472"/>
            <a:ext cx="256032" cy="256032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3319272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snapshot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715000" y="2971800"/>
            <a:ext cx="41148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6480" y="256032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22854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9632" y="2633472"/>
            <a:ext cx="256032" cy="256032"/>
          </a:xfrm>
          <a:prstGeom prst="oval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199632" y="2633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2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final_output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latest pointer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63840" y="2011680"/>
            <a:ext cx="0" cy="45720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65760" y="3246120"/>
            <a:ext cx="8412480" cy="1645920"/>
          </a:xfrm>
          <a:prstGeom prst="roundRect">
            <a:avLst>
              <a:gd name="adj" fmla="val 4444"/>
            </a:avLst>
          </a:prstGeom>
          <a:solidFill>
            <a:srgbClr val="131D24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3337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Categories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370332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22854A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new_added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12848" y="370332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0EA5E9"/>
          </a:solidFill>
          <a:ln/>
        </p:spPr>
      </p:sp>
      <p:sp>
        <p:nvSpPr>
          <p:cNvPr id="39" name="Text 37"/>
          <p:cNvSpPr/>
          <p:nvPr/>
        </p:nvSpPr>
        <p:spPr>
          <a:xfrm>
            <a:off x="2212848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77056" y="370332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3877056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unchanged_reused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541264" y="370332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5541264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dropped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05472" y="3703320"/>
            <a:ext cx="1508760" cy="4572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7205472" y="37033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removed_from_source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snapshot emitted every run (not just deltas)  •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is fingerprint-based, not timestamp-based  •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records go to dropped_kos.json with reason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Enricher: Route Selection &amp; Execution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8288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84124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0" y="114300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0" y="1143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from Downloader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0" cy="27432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965960"/>
            <a:ext cx="3291840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_enrich_inputs_fp → skip if unchanged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2377440"/>
            <a:ext cx="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7889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PageSense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Vision Fallback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images, PDFs,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non-hosted URLs.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detection first,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PageSense extraction.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27889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0EA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Transcribe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(deAPI)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YouTube, Twitter/X,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Twitch, Kick.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service.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52160" y="27889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85216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audio/video.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media URL to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transcription endpoint.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Duration-capped.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0" cy="228600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0" y="2560320"/>
            <a:ext cx="0" cy="228600"/>
          </a:xfrm>
          <a:prstGeom prst="line">
            <a:avLst/>
          </a:prstGeom>
          <a:noFill/>
          <a:ln w="1905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2320" y="2560320"/>
            <a:ext cx="0" cy="22860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Enricher: Visual Detection &amp; PDF Vision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14400"/>
            <a:ext cx="4114800" cy="3108960"/>
          </a:xfrm>
          <a:prstGeom prst="roundRect">
            <a:avLst>
              <a:gd name="adj" fmla="val 2353"/>
            </a:avLst>
          </a:prstGeom>
          <a:solidFill>
            <a:srgbClr val="131D24"/>
          </a:solidFill>
          <a:ln w="6350">
            <a:solidFill>
              <a:srgbClr val="2A3F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Target Detection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749040" cy="320040"/>
          </a:xfrm>
          <a:prstGeom prst="roundRect">
            <a:avLst>
              <a:gd name="adj" fmla="val 11429"/>
            </a:avLst>
          </a:prstGeom>
          <a:solidFill>
            <a:srgbClr val="2A3F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HEAD/GET → image/* → use directly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749040" cy="320040"/>
          </a:xfrm>
          <a:prstGeom prst="roundRect">
            <a:avLst>
              <a:gd name="adj" fmla="val 11429"/>
            </a:avLst>
          </a:prstGeom>
          <a:solidFill>
            <a:srgbClr val="2A3F5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HEAD/GET → application/pdf → use directly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3749040" cy="320040"/>
          </a:xfrm>
          <a:prstGeom prst="roundRect">
            <a:avLst>
              <a:gd name="adj" fmla="val 11429"/>
            </a:avLst>
          </a:prstGeom>
          <a:solidFill>
            <a:srgbClr val="2A3F5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94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→ embedded PDF found → verify &amp; use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3749040" cy="320040"/>
          </a:xfrm>
          <a:prstGeom prst="roundRect">
            <a:avLst>
              <a:gd name="adj" fmla="val 11429"/>
            </a:avLst>
          </a:prstGeom>
          <a:solidFill>
            <a:srgbClr val="2A3F5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06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→ og:image or twitter:image → use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749040" cy="320040"/>
          </a:xfrm>
          <a:prstGeom prst="roundRect">
            <a:avLst>
              <a:gd name="adj" fmla="val 11429"/>
            </a:avLst>
          </a:prstGeom>
          <a:solidFill>
            <a:srgbClr val="2A3F5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→ single &lt;img&gt; → use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3749040" cy="32004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→ no visual target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91440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131D24"/>
          </a:solidFill>
          <a:ln w="6350">
            <a:solidFill>
              <a:srgbClr val="2A3F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Vision Processing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3840480" cy="320040"/>
          </a:xfrm>
          <a:prstGeom prst="roundRect">
            <a:avLst>
              <a:gd name="adj" fmla="val 11429"/>
            </a:avLst>
          </a:prstGeom>
          <a:solidFill>
            <a:srgbClr val="1B5E3B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Count pages with pdfinfo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783080"/>
            <a:ext cx="3840480" cy="320040"/>
          </a:xfrm>
          <a:prstGeom prst="roundRect">
            <a:avLst>
              <a:gd name="adj" fmla="val 11429"/>
            </a:avLst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Above max pages → skip vision, keep upstream text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194560"/>
            <a:ext cx="384048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Below map-reduce threshold → render page 1 only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2606040"/>
            <a:ext cx="3840480" cy="320040"/>
          </a:xfrm>
          <a:prstGeom prst="roundRect">
            <a:avLst>
              <a:gd name="adj" fmla="val 11429"/>
            </a:avLst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Above threshold → chunk pages → map-reduce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46320" y="3017520"/>
            <a:ext cx="3840480" cy="320040"/>
          </a:xfrm>
          <a:prstGeom prst="roundRect">
            <a:avLst>
              <a:gd name="adj" fmla="val 11429"/>
            </a:avLst>
          </a:prstGeom>
          <a:solidFill>
            <a:srgbClr val="22854A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Store result in ko_content_flat_vision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3429000"/>
            <a:ext cx="3840480" cy="320040"/>
          </a:xfrm>
          <a:prstGeom prst="roundRect">
            <a:avLst>
              <a:gd name="adj" fmla="val 11429"/>
            </a:avLst>
          </a:prstGeom>
          <a:solidFill>
            <a:srgbClr val="22854A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Set ko_content_is_summary = 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160520"/>
            <a:ext cx="8595360" cy="777240"/>
          </a:xfrm>
          <a:prstGeom prst="roundRect">
            <a:avLst>
              <a:gd name="adj" fmla="val 7059"/>
            </a:avLst>
          </a:prstGeom>
          <a:solidFill>
            <a:srgbClr val="131D24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filters: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if no route  •  skip if feature flag disabled  •  skip unsupported schemes / bad TLDs / homepages  •  optional URL probing (default on for media, off for pages)  •  vision requests are serialised with min interval + retry on 429/5xx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Improver: LLM Post-Processing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8288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2377440" cy="1463040"/>
          </a:xfrm>
          <a:prstGeom prst="roundRect">
            <a:avLst>
              <a:gd name="adj" fmla="val 5000"/>
            </a:avLst>
          </a:prstGeom>
          <a:solidFill>
            <a:srgbClr val="1B5E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097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54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ko_content_flat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ko_content_flat_vision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ko_content_is_summary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743200" y="1737360"/>
            <a:ext cx="36576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00400" y="10058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097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Engine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329184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content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metadata fields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polish for pre-summarised PDFs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943600" y="1737360"/>
            <a:ext cx="365760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400800" y="100584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22854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49224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ko_content_flat_summarised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summarised_stats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improved metadata</a:t>
            </a:r>
            <a:endParaRPr lang="en-US" sz="850" dirty="0"/>
          </a:p>
        </p:txBody>
      </p:sp>
      <p:sp>
        <p:nvSpPr>
          <p:cNvPr id="18" name="Shape 13"/>
          <p:cNvSpPr/>
          <p:nvPr/>
        </p:nvSpPr>
        <p:spPr>
          <a:xfrm>
            <a:off x="365760" y="274320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0B1215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Summary Path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3108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ko_content_is_summary = 1: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copy ko_content_flat_vision into summarised
→ light polish only, no re-summarisation
</a:t>
            </a:r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Otherwise: normal summary flow from ko_content_flat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663440" y="2743200"/>
            <a:ext cx="4114800" cy="1371600"/>
          </a:xfrm>
          <a:prstGeom prst="roundRect">
            <a:avLst>
              <a:gd name="adj" fmla="val 5333"/>
            </a:avLst>
          </a:prstGeom>
          <a:solidFill>
            <a:srgbClr val="0B1215"/>
          </a:solidFill>
          <a:ln/>
        </p:spPr>
      </p:sp>
      <p:sp>
        <p:nvSpPr>
          <p:cNvPr id="22" name="Text 17"/>
          <p:cNvSpPr/>
          <p:nvPr/>
        </p:nvSpPr>
        <p:spPr>
          <a:xfrm>
            <a:off x="4846320" y="2834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Parser Robustness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937760" y="3154680"/>
            <a:ext cx="36576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fenced JSON, prose-wrapped JSON, truncated output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fallback for completely malformed responses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retry attempts for summary &amp; metadata separately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model failure does not abort the full stage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65760" y="4297680"/>
            <a:ext cx="8412480" cy="640080"/>
          </a:xfrm>
          <a:prstGeom prst="roundRect">
            <a:avLst>
              <a:gd name="adj" fmla="val 8571"/>
            </a:avLst>
          </a:prstGeom>
          <a:solidFill>
            <a:srgbClr val="131D24"/>
          </a:solidFill>
          <a:ln/>
        </p:spPr>
      </p:sp>
      <p:sp>
        <p:nvSpPr>
          <p:cNvPr id="25" name="Text 20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quality priorities: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&gt; coverage &gt; usefulness &gt; compression  •  Target ranges: coverage 0.45–0.75, density 1.5–4.0, compression 5–20  •  Longer PDF summaries acceptable if grounded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Checkpointing &amp; Cancellation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1B5E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51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5544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page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71800" y="1600200"/>
            <a:ext cx="32004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3291840" y="9601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515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91840" y="15544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record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897880" y="1600200"/>
            <a:ext cx="320040" cy="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6217920" y="9601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0515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55448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record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65760" y="2468880"/>
            <a:ext cx="8412480" cy="1371600"/>
          </a:xfrm>
          <a:prstGeom prst="roundRect">
            <a:avLst>
              <a:gd name="adj" fmla="val 5333"/>
            </a:avLst>
          </a:prstGeom>
          <a:solidFill>
            <a:srgbClr val="131D24"/>
          </a:solidFill>
          <a:ln/>
        </p:spPr>
      </p:sp>
      <p:sp>
        <p:nvSpPr>
          <p:cNvPr id="16" name="Text 11"/>
          <p:cNvSpPr/>
          <p:nvPr/>
        </p:nvSpPr>
        <p:spPr>
          <a:xfrm>
            <a:off x="548640" y="2560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Cancellation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731520" y="2834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request is recorded, job stops at next safe checkpoint — not mid-write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boundaries: between pages, between records, between stages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inside a long external call, waits for that call to finish or timeout first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Reruns after cancellation reuse the latest persisted checkpoint state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40233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31D24"/>
          </a:solidFill>
          <a:ln/>
        </p:spPr>
      </p:sp>
      <p:sp>
        <p:nvSpPr>
          <p:cNvPr id="19" name="Text 14"/>
          <p:cNvSpPr/>
          <p:nvPr/>
        </p:nvSpPr>
        <p:spPr>
          <a:xfrm>
            <a:off x="548640" y="40965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Reuse via Fingerprints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43891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Downloader: source fingerprint per doc → skip rebuild if unchanged  •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Enricher: _enrich_inputs_fp → skip external call if unchanged  •  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Improver: _improver_fp → skip LLM call if unchanged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 &amp;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731520"/>
            <a:ext cx="182880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114800" cy="411480"/>
          </a:xfrm>
          <a:prstGeom prst="rect">
            <a:avLst/>
          </a:prstGeom>
          <a:solidFill>
            <a:srgbClr val="1B5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API Endpoints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/sync/backend-core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19656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81965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/pipeline/fast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84832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848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/pipeline/deferred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350008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50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/pipeline/improver-fallback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151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/exports/final-improved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/run-pipeline (legacy)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145536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1455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/jobs/{id}/cancel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410712"/>
            <a:ext cx="374904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107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/jobs, /jobs/{id}/logs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05840"/>
            <a:ext cx="4114800" cy="41148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MySQL Control Plane (Optional)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15087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→ fast → deferred → improver-fallback → export
</a:t>
            </a:r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path: non-deferred records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path: hosted PDFs above page cap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final_improved_mysql_export_&lt;run_id&gt;.json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83464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0B1215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image + Scheduler image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build_and_push_images.sh → pull_and_restart.sh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tools: ffprobe, pdftoppm, convert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45720"/>
          </a:xfrm>
          <a:prstGeom prst="rect">
            <a:avLst/>
          </a:prstGeom>
          <a:solidFill>
            <a:srgbClr val="34D39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Prep OpenSearch – Technical</dc:title>
  <dc:subject>PptxGenJS Presentation</dc:subject>
  <dc:creator>PptxGenJS</dc:creator>
  <cp:lastModifiedBy>PptxGenJS</cp:lastModifiedBy>
  <cp:revision>1</cp:revision>
  <dcterms:created xsi:type="dcterms:W3CDTF">2026-03-28T06:37:58Z</dcterms:created>
  <dcterms:modified xsi:type="dcterms:W3CDTF">2026-03-28T06:37:58Z</dcterms:modified>
</cp:coreProperties>
</file>